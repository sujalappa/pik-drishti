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0742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Fill every field exactly as entered in the online application form so reviewers can match the deck to the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Reviewers look for a clearly defined, real and significant problem backed by evidence. One strong statistic is better than many weak ones. Cite the source for every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clearly how the solution addresses the problem on Slide 2. Compare against what exists today — reviewers score originality and relevance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realistic. A clear, costed plan with an identified adopting department scores better than an ambitious but vague one. Mention any validation already done (tests, user feedback, certifications).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Quantify impact wherever possible and state your assumptions. Where relevant, link the solution to an existing Government scheme, mission or the Sustainable Development Goals.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only active team members. Be specific about the support requested — it helps the organisers match you with the right mentor, department or incubator.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0" kern="0" spc="200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•  AGRICULTURE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Pik-drishti AI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Village-level satellite evidence for drought declaration and crop-loss panchanama, following the Government of India drought manual. For revenue and agriculture departments.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852160" y="777240"/>
            <a:ext cx="2834640" cy="3108960"/>
          </a:xfrm>
          <a:prstGeom prst="roundRect">
            <a:avLst>
              <a:gd name="adj" fmla="val 3226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6035040" y="914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300" dirty="0"/>
          </a:p>
        </p:txBody>
      </p:sp>
      <p:sp>
        <p:nvSpPr>
          <p:cNvPr id="20" name="TextBox 19"/>
          <p:cNvSpPr txBox="1"/>
          <p:nvPr/>
        </p:nvSpPr>
        <p:spPr>
          <a:xfrm>
            <a:off x="457200" y="274320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F28C28"/>
                </a:solidFill>
                <a:latin typeface="Nirmala UI"/>
              </a:rPr>
              <a:t>Sub-theme: Farmer income protection, market access and digital crop-loss assessment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703320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Nirmala UI"/>
              </a:rPr>
              <a:t>Sujal Chondekar  ·  Kshitij Mehrotra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C9D2EC"/>
                </a:solidFill>
                <a:latin typeface="Nirmala UI"/>
              </a:rPr>
              <a:t>Mentor: Dr. Swati Hira, Assistant Professor, CSE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C9D2EC"/>
                </a:solidFill>
                <a:latin typeface="Nirmala UI"/>
              </a:rPr>
              <a:t>Indian Institute of Information Technology, Nagpur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280160"/>
            <a:ext cx="2468880" cy="1009672"/>
          </a:xfrm>
          <a:prstGeom prst="rect">
            <a:avLst/>
          </a:prstGeom>
          <a:ln>
            <a:solidFill>
              <a:srgbClr val="3A4A7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6035040" y="2426992"/>
            <a:ext cx="246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FFFFFF"/>
                </a:solidFill>
                <a:latin typeface="Nirmala UI"/>
              </a:rPr>
              <a:t>• All 365 talukas in ~1 min; every village of a taluka in ~2 min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FFFFFF"/>
                </a:solidFill>
                <a:latin typeface="Nirmala UI"/>
              </a:rPr>
              <a:t>• Trigger-1 matches the official 2026 list in Jalgaon (15/15)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FFFFFF"/>
                </a:solidFill>
                <a:latin typeface="Nirmala UI"/>
              </a:rPr>
              <a:t>Live demo: </a:t>
            </a:r>
            <a:r>
              <a:rPr sz="1000" b="1">
                <a:solidFill>
                  <a:srgbClr val="F28C28"/>
                </a:solidFill>
                <a:latin typeface="Nirmala UI"/>
              </a:rPr>
              <a:t>[deployment link]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real challenge in society, government service or industry are you solving?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2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is the problem?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After floods or unseasonal rain, every damaged farm is inspected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by hand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(panchanama) before relief or insurance is paid. With lakhs of farms hit at once this takes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weeks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, and farmers must leave the ruined crop standing as proof.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352044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affected, and where?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Small and marginal farmers across Maharashtra. In 2025,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29 of 36 districts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and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253 talukas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were hit, Marathwada the worst. 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Also the talathis and agriculture assistants who must survey every field, and the officials who approve relief.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59436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60–68 lakh ha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crops damaged, Jun–Sep 2025;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₹31,628 cr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relief (State Govt)</a:t>
            </a:r>
            <a:endParaRPr lang="en-US" sz="1000" dirty="0"/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Banana storms, 2026: survey ordered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~3 weeks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late, 1.5–2 months to reach Solapur</a:t>
            </a:r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State itself proposed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using satellites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to assess damage (PTI)</a:t>
            </a:r>
          </a:p>
        </p:txBody>
      </p:sp>
      <p:sp>
        <p:nvSpPr>
          <p:cNvPr id="16" name="Shape 14"/>
          <p:cNvSpPr/>
          <p:nvPr/>
        </p:nvSpPr>
        <p:spPr>
          <a:xfrm>
            <a:off x="338328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352044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gaps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Panchanama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is manual, field by field, and depends on the surveyor</a:t>
            </a:r>
            <a:endParaRPr lang="en-US" sz="1000" dirty="0"/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Drone surveys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help but go district by district and cost more</a:t>
            </a:r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YES-TECH / CROPIC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estimate season-end yield for insurance, not each farm's damage right after an event</a:t>
            </a:r>
          </a:p>
        </p:txBody>
      </p:sp>
      <p:sp>
        <p:nvSpPr>
          <p:cNvPr id="19" name="Shape 17"/>
          <p:cNvSpPr/>
          <p:nvPr/>
        </p:nvSpPr>
        <p:spPr>
          <a:xfrm>
            <a:off x="6309360" y="1188720"/>
            <a:ext cx="2377440" cy="3429000"/>
          </a:xfrm>
          <a:prstGeom prst="roundRect">
            <a:avLst>
              <a:gd name="adj" fmla="val 3846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640080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4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60 lakh+ ha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286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50" i="0" dirty="0" b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of crops damaged by rain and floods in Maharashtra, June–Sept 2025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3383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Until the survey is done, relief, crop loans and re-sowing all wait, and ₹31,628 crore of aid rests on manual field checks.</a:t>
            </a:r>
            <a:endParaRPr lang="en-US" sz="1000" dirty="0"/>
          </a:p>
        </p:txBody>
      </p:sp>
      <p:sp>
        <p:nvSpPr>
          <p:cNvPr id="24" name="Sources"/>
          <p:cNvSpPr txBox="1"/>
          <p:nvPr/>
        </p:nvSpPr>
        <p:spPr>
          <a:xfrm>
            <a:off x="457200" y="4663440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>
                <a:solidFill>
                  <a:srgbClr val="6B7280"/>
                </a:solidFill>
                <a:latin typeface="Nirmala UI"/>
              </a:rPr>
              <a:t>Sources: Govt of Maharashtra relief package, 7 Oct 2025 (Scroll, The Week); Rural Voice, 27 Jun 2026; PTI via Outlook India, Jan 2024; MoA&amp;FW YES-TECH (2023).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&amp; Innovation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have you built or designed, how does it work, and what is new about it?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3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in brief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8132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Pik-drishti AI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turns free satellite data into village-level evidence: which talukas meet the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drought manual's triggers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, and which villages lost crops to floods, ranked for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panchanama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8595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8595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</a:t>
            </a:r>
            <a:endParaRPr lang="en-US" sz="1120" dirty="0"/>
          </a:p>
        </p:txBody>
      </p:sp>
      <p:sp>
        <p:nvSpPr>
          <p:cNvPr id="13" name="Text 11"/>
          <p:cNvSpPr txBox="1"/>
          <p:nvPr/>
        </p:nvSpPr>
        <p:spPr>
          <a:xfrm>
            <a:off x="5303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Input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taluka, or village boundaries, plus a season or the date of a flood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6276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8288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22311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22311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120" dirty="0"/>
          </a:p>
        </p:txBody>
      </p:sp>
      <p:sp>
        <p:nvSpPr>
          <p:cNvPr id="19" name="Text 17"/>
          <p:cNvSpPr txBox="1"/>
          <p:nvPr/>
        </p:nvSpPr>
        <p:spPr>
          <a:xfrm>
            <a:off x="19019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Process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Reads rainfall, radar and crop greenness; applies the drought manual's rules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29992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32004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36027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 txBox="1"/>
          <p:nvPr/>
        </p:nvSpPr>
        <p:spPr>
          <a:xfrm>
            <a:off x="36027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120" dirty="0"/>
          </a:p>
        </p:txBody>
      </p:sp>
      <p:sp>
        <p:nvSpPr>
          <p:cNvPr id="25" name="Text 23"/>
          <p:cNvSpPr txBox="1"/>
          <p:nvPr/>
        </p:nvSpPr>
        <p:spPr>
          <a:xfrm>
            <a:off x="32735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Output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918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Village map, ranked verification list, PDF, CSV and KML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makes it new?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36192"/>
          <a:ext cx="3931920" cy="19202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Existing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Our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Cost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Staff visits to every village; drones extra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Free open satellite data; one small server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Speed / time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Weeks to 2 months per district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All talukas ~1 min; a taluka's villages ~2 min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Reach / access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Limited by field staff; farms get missed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All 48,926 villages, every season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Ease of use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Paper forms, manual compiling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Web map, ready PDF and KML; no GIS skills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475488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Key USP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754880" y="38862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Follows the Government of India drought manual step by step and shows the evidence for every village. Its Trigger-1 already matches the official 2026 list in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Jalgaon (15/15)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and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Buldhana (13/13)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.</a:t>
            </a:r>
            <a:endParaRPr lang="en-US" sz="1000" dirty="0"/>
          </a:p>
        </p:txBody>
      </p:sp>
      <p:pic>
        <p:nvPicPr>
          <p:cNvPr id="31" name="Picture 30" descr="app_drou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1463040"/>
            <a:ext cx="1737360" cy="710510"/>
          </a:xfrm>
          <a:prstGeom prst="rect">
            <a:avLst/>
          </a:prstGeom>
          <a:ln>
            <a:solidFill>
              <a:srgbClr val="D9DEEA"/>
            </a:solidFill>
          </a:ln>
        </p:spPr>
      </p:pic>
      <p:sp>
        <p:nvSpPr>
          <p:cNvPr id="32" name="TextBox 31"/>
          <p:cNvSpPr txBox="1"/>
          <p:nvPr/>
        </p:nvSpPr>
        <p:spPr>
          <a:xfrm>
            <a:off x="2651760" y="2200982"/>
            <a:ext cx="17373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Nirmala UI"/>
              </a:rPr>
              <a:t>Working prototype: drought map, Oct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Feasibility &amp; Implementation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ready is the solution, and what will it take to implement it on the ground?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4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704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stage (mark ✔ where you are today)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1783080"/>
            <a:ext cx="7315200" cy="0"/>
          </a:xfrm>
          <a:prstGeom prst="line">
            <a:avLst/>
          </a:prstGeom>
          <a:noFill/>
          <a:ln w="25400">
            <a:solidFill>
              <a:srgbClr val="C3CAE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58952" y="1627632"/>
            <a:ext cx="310896" cy="310896"/>
          </a:xfrm>
          <a:prstGeom prst="ellipse">
            <a:avLst/>
          </a:prstGeom>
          <a:solidFill>
            <a:srgbClr val="FBD9B5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1828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Idea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87752" y="1627632"/>
            <a:ext cx="310896" cy="310896"/>
          </a:xfrm>
          <a:prstGeom prst="ellipse">
            <a:avLst/>
          </a:prstGeom>
          <a:solidFill>
            <a:srgbClr val="FBD9B5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20116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Proof of Concept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16552" y="1627632"/>
            <a:ext cx="310896" cy="310896"/>
          </a:xfrm>
          <a:prstGeom prst="ellipse">
            <a:avLst/>
          </a:prstGeom>
          <a:solidFill>
            <a:srgbClr val="F28C28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38404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453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56692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Field Pilot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741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74980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Ready to Deploy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Google Earth Engine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for all satellite processing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Python + React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web app with maps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Data: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CHIRPS, MODIS, Sentinel-1, Sentinel-2, ESA WorldCover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Next: drone survey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of flagged villages, reusing our Van-drishti drone pipeline</a:t>
            </a:r>
          </a:p>
        </p:txBody>
      </p:sp>
      <p:sp>
        <p:nvSpPr>
          <p:cNvPr id="22" name="Shape 20"/>
          <p:cNvSpPr/>
          <p:nvPr/>
        </p:nvSpPr>
        <p:spPr>
          <a:xfrm>
            <a:off x="256032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269748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Estimated cost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9748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Data: ₹0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(free NASA, ESA and CHC data)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Server: ~₹5,000 / month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for a whole state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About ₹1-2 per village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per year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District pilot: under ₹1 lakh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, mostly field checks</a:t>
            </a:r>
          </a:p>
        </p:txBody>
      </p:sp>
      <p:sp>
        <p:nvSpPr>
          <p:cNvPr id="25" name="Shape 23"/>
          <p:cNvSpPr/>
          <p:nvPr/>
        </p:nvSpPr>
        <p:spPr>
          <a:xfrm>
            <a:off x="466344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480060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Timeline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0060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pilot in one district on the kharif 2026 drought; compare with panchanamas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drone surveys over flagged villages for plot-level damage; Marathi interface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12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statewide, with farm boundaries from land records</a:t>
            </a:r>
          </a:p>
        </p:txBody>
      </p:sp>
      <p:sp>
        <p:nvSpPr>
          <p:cNvPr id="28" name="Shape 26"/>
          <p:cNvSpPr/>
          <p:nvPr/>
        </p:nvSpPr>
        <p:spPr>
          <a:xfrm>
            <a:off x="676656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 txBox="1"/>
          <p:nvPr/>
        </p:nvSpPr>
        <p:spPr>
          <a:xfrm>
            <a:off x="690372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Partners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Relief &amp; Rehabilitation Department, GoM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Agriculture Department (taluka agriculture officers)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MRSAC, Nagpur (state remote sensing centre)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District collectors; IIIT Nagpur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16276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32" name="Demo link"/>
          <p:cNvSpPr txBox="1"/>
          <p:nvPr/>
        </p:nvSpPr>
        <p:spPr>
          <a:xfrm>
            <a:off x="4846320" y="1170432"/>
            <a:ext cx="3840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>
                <a:solidFill>
                  <a:srgbClr val="1B2A5C"/>
                </a:solidFill>
                <a:latin typeface="Nirmala UI"/>
              </a:rPr>
              <a:t>Live prototype: </a:t>
            </a:r>
            <a:r>
              <a:rPr sz="1050" b="1">
                <a:solidFill>
                  <a:srgbClr val="F28C28"/>
                </a:solidFill>
                <a:latin typeface="Nirmala UI"/>
              </a:rPr>
              <a:t>[deployment link]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Impact &amp; Scalability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change will your solution create, and how can it grow beyond the first location?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5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48640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8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48,926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Villages covered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every village of Maharashtra, every season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64408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3355848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6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Weeks → mins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355848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Saving in time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first screening vs a 1.5-2 month field survey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71616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6163056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8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33 lakh+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163056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Farmer livelihoods supported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163056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farmers in one 2025 relief round alone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Social impact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Relief and re-sowing come sooner for small farmers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Fewer farms missed; officials verify the worst first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Source-cited evidence reduces disputes</a:t>
            </a:r>
          </a:p>
        </p:txBody>
      </p:sp>
      <p:sp>
        <p:nvSpPr>
          <p:cNvPr id="22" name="Shape 20"/>
          <p:cNvSpPr/>
          <p:nvPr/>
        </p:nvSpPr>
        <p:spPr>
          <a:xfrm>
            <a:off x="3264408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3401568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Sustainability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401568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Runs on free satellite data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Low server cost fits a department budget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Can be hosted by MRSAC; open-source code</a:t>
            </a:r>
          </a:p>
        </p:txBody>
      </p:sp>
      <p:sp>
        <p:nvSpPr>
          <p:cNvPr id="25" name="Shape 23"/>
          <p:cNvSpPr/>
          <p:nvPr/>
        </p:nvSpPr>
        <p:spPr>
          <a:xfrm>
            <a:off x="6071616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6208776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Scale-up plan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08776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Any state: the drought manual is national and the data global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Only needs that state's village boundaries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Next: drone surveys for plot-level detail; rabi drought, hail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68172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Nirmala UI"/>
              </a:rPr>
              <a:t>Sources: Govt of Maharashtra relief aid of ₹3,258 cr for 33.65 lakh farmers, Oct 2025 (The Hitavada); village count from Census 2001 boundaries (DataMeet). Server cost is an estimate.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Team/Individual &amp; Support Required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behind the idea, and what help do you need from the Challenge?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59436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Sujal Chondekar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Lead developer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B.Tech CSE, IIIT Nagpur · satellite analysis, web app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697480" y="11887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283464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2834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KM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344728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Kshitij Mehrotra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44728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Developer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44728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B.Tech CSE, IIIT Nagpur · data and validation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246888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594360" y="265176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SH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26334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Dr. Swati Hira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288950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Faculty mentor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31089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Assistant Professor, CSE, IIIT Nagpur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8404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Indian Institute of Information Technology, Nagpur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120640" y="1188720"/>
            <a:ext cx="356616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 txBox="1"/>
          <p:nvPr/>
        </p:nvSpPr>
        <p:spPr>
          <a:xfrm>
            <a:off x="530352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Support we are seeking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 txBox="1"/>
          <p:nvPr/>
        </p:nvSpPr>
        <p:spPr>
          <a:xfrm>
            <a:off x="5669280" y="1737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Mentorship &amp; technical guidance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 txBox="1"/>
          <p:nvPr/>
        </p:nvSpPr>
        <p:spPr>
          <a:xfrm>
            <a:off x="5669280" y="21214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Pilot with a government department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 txBox="1"/>
          <p:nvPr/>
        </p:nvSpPr>
        <p:spPr>
          <a:xfrm>
            <a:off x="5669280" y="250545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Funding / grant support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349240" y="2916936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 txBox="1"/>
          <p:nvPr/>
        </p:nvSpPr>
        <p:spPr>
          <a:xfrm>
            <a:off x="5669280" y="28895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Incubation &amp; workspace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349240" y="3300984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 txBox="1"/>
          <p:nvPr/>
        </p:nvSpPr>
        <p:spPr>
          <a:xfrm>
            <a:off x="5669280" y="32735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Testing, certification or IP support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30352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district pilot with the Relief &amp; Rehabilitation and Agriculture Departments would let us test the village list against panchanamas and make it the first step of every drought and crop-loss assessment.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422452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Thank you  |  sujalchondhekar@gmail.com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Live demo: </a:t>
            </a: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[deployment link]</a:t>
            </a:r>
          </a:p>
        </p:txBody>
      </p:sp>
      <p:sp>
        <p:nvSpPr>
          <p:cNvPr id="45" name="Text 43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6 of 6</a:t>
            </a:r>
            <a:endParaRPr lang="en-US" sz="800" dirty="0"/>
          </a:p>
        </p:txBody>
      </p:sp>
      <p:sp>
        <p:nvSpPr>
          <p:cNvPr id="46" name="TextBox 45"/>
          <p:cNvSpPr txBox="1"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1008</Words>
  <Application>Microsoft Office PowerPoint</Application>
  <PresentationFormat>On-screen Show (16:9)</PresentationFormat>
  <Paragraphs>138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Nirmala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Seva Innovation Challenge – Reference Pitch Deck</dc:title>
  <dc:subject>PptxGenJS Presentation</dc:subject>
  <dc:creator>PptxGenJS</dc:creator>
  <cp:lastModifiedBy>ceo_ispark@mssu.ac.in</cp:lastModifiedBy>
  <cp:revision>4</cp:revision>
  <dcterms:created xsi:type="dcterms:W3CDTF">2026-09-23T13:40:13Z</dcterms:created>
  <dcterms:modified xsi:type="dcterms:W3CDTF">2026-09-23T13:46:30Z</dcterms:modified>
</cp:coreProperties>
</file>