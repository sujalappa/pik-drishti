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pik-drishti.onrender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ik-drishti.onrender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ik-drishti.onrender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0" kern="0" spc="200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•  AGRICULTURE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70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Pik-drishti 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Village-level satellite evidence for drought declaration and crop-loss panchanama, following the Government of India drought manual. For revenue and agriculture departments.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77724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03504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3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50" b="1">
                <a:solidFill>
                  <a:srgbClr val="F28C28"/>
                </a:solidFill>
                <a:latin typeface="Nirmala UI"/>
              </a:rPr>
              <a:t>Sub-theme: Farmer income protection, market access and digital crop-loss assessment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2468880" cy="1009672"/>
          </a:xfrm>
          <a:prstGeom prst="rect">
            <a:avLst/>
          </a:prstGeom>
          <a:ln>
            <a:solidFill>
              <a:srgbClr val="3A4A7A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6035040" y="2426992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Nirmala UI"/>
              </a:rPr>
              <a:t>• All 365 talukas in ~1 min; every village of a taluka in ~2 min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FFFFFF"/>
                </a:solidFill>
                <a:latin typeface="Nirmala UI"/>
              </a:rPr>
              <a:t>• Trigger-1 matches the official 2026 list in Jalgaon (15/15)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FFFFFF"/>
                </a:solidFill>
                <a:latin typeface="Nirmala UI"/>
              </a:rPr>
              <a:t>Live demo: </a:t>
            </a:r>
            <a:r>
              <a:rPr sz="1100" b="1">
                <a:solidFill>
                  <a:srgbClr val="F28C28"/>
                </a:solidFill>
                <a:latin typeface="Nirmala UI"/>
                <a:hlinkClick r:id="rId4"/>
              </a:rPr>
              <a:t>pik-drishti.onrender.com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real challenge in society, government service or industry are you solving?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After floods or unseasonal rain, every damaged farm is inspected </a:t>
            </a:r>
            <a:r>
              <a:rPr lang="en-US" sz="11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by hand</a:t>
            </a:r>
            <a:r>
              <a:rPr lang="en-US" sz="11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(panchanama) before relief or insurance is paid. With lakhs of farms hit at once this takes </a:t>
            </a:r>
            <a:r>
              <a:rPr lang="en-US" sz="11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weeks</a:t>
            </a:r>
            <a:r>
              <a:rPr lang="en-US" sz="11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, and farmers must leave the ruined crop standing as proof.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Small and marginal farmers across Maharashtra. In 2025, </a:t>
            </a:r>
            <a:r>
              <a:rPr lang="en-US" sz="11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29 of 36 districts</a:t>
            </a:r>
            <a:r>
              <a:rPr lang="en-US" sz="11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and </a:t>
            </a:r>
            <a:r>
              <a:rPr lang="en-US" sz="11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253 talukas</a:t>
            </a:r>
            <a:r>
              <a:rPr lang="en-US" sz="11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were hit, Marathwada the worst. </a:t>
            </a:r>
            <a:r>
              <a:rPr lang="en-US" sz="11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Also the talathis and agriculture assistants who must survey every field, and the officials who approve relief.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>
              <a:spcAft>
                <a:spcPts val="300"/>
              </a:spcAft>
              <a:buChar char="•"/>
            </a:pP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60–68 lakh ha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crops damaged, Jun–Sep 2025; </a:t>
            </a: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₹31,628 cr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relief (State Govt)</a:t>
            </a:r>
            <a:endParaRPr lang="en-US" sz="1000" dirty="0"/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Banana storms, 2026: survey ordered </a:t>
            </a: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~3 weeks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late, 1.5–2 months to reach Solapur</a:t>
            </a:r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State itself proposed </a:t>
            </a: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using satellites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to assess damage (PTI)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8016" indent="-128016">
              <a:spcAft>
                <a:spcPts val="300"/>
              </a:spcAft>
              <a:buChar char="•"/>
            </a:pP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Panchanama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is manual, field by field, and depends on the surveyor</a:t>
            </a:r>
            <a:endParaRPr lang="en-US" sz="1000" dirty="0"/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Drone surveys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help but go district by district and cost more</a:t>
            </a:r>
          </a:p>
          <a:p>
            <a:pPr marL="128016" indent="-128016">
              <a:spcAft>
                <a:spcPts val="300"/>
              </a:spcAft>
              <a:buChar char="•"/>
            </a:pP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YES-TECH / CROPIC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estimate season-end yield for insurance, not each farm's damage right after an event</a:t>
            </a:r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5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60 lakh+ ha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50" i="0" dirty="0" b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of crops damaged by rain and floods in Maharashtra, June–Sept 2025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Until the survey is done, relief, crop loans and re-sowing all wait, and ₹31,628 crore of aid rests on manual field checks.</a:t>
            </a:r>
            <a:endParaRPr lang="en-US" sz="1000" dirty="0"/>
          </a:p>
        </p:txBody>
      </p:sp>
      <p:sp>
        <p:nvSpPr>
          <p:cNvPr id="24" name="Sources"/>
          <p:cNvSpPr txBox="1"/>
          <p:nvPr/>
        </p:nvSpPr>
        <p:spPr>
          <a:xfrm>
            <a:off x="457200" y="4663440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00">
                <a:solidFill>
                  <a:srgbClr val="6B7280"/>
                </a:solidFill>
                <a:latin typeface="Nirmala UI"/>
              </a:rPr>
              <a:t>Sources: Govt of Maharashtra relief package, 7 Oct 2025 (Scroll, The Week); Rural Voice, 27 Jun 2026; PTI via Outlook India, Jan 2024; MoA&amp;FW YES-TECH (2023).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have you built or designed, how does it work, and what is new about it?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Pik-drishti AI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turns free satellite data into village evidence for the </a:t>
            </a: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drought manual's triggers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and for crop-loss </a:t>
            </a: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panchanama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taluka, or village boundaries, plus a season or the date of a flood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Reads rainfall, radar and crop greenness; applies the drought manual's rules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Village map, ranked verification list, PDF, CSV and KML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Existing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Our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Cost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Staff visit every village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Free satellite data; small server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Speed /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Weeks to 2 months a district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Talukas ~1 min; villages ~2 min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Reach / access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Field staff miss farms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All 48,926 villages, each season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 i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Ease of use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0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Paper forms, manual totals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i="0" dirty="0" b="1">
                          <a:solidFill>
                            <a:srgbClr val="1F2937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Web map, PDF, KML; no GIS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Follows the Government of India drought manual step by step and shows the evidence for every village. Its Trigger-1 already matches the official 2026 list in </a:t>
            </a: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Jalgaon (15/15)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and </a:t>
            </a:r>
            <a:r>
              <a:rPr lang="en-US" sz="105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Buldhana (13/13)</a:t>
            </a: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.</a:t>
            </a:r>
            <a:endParaRPr lang="en-US" sz="1000" dirty="0"/>
          </a:p>
        </p:txBody>
      </p:sp>
      <p:pic>
        <p:nvPicPr>
          <p:cNvPr id="31" name="Picture 30" descr="app_drou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463040"/>
            <a:ext cx="1737360" cy="710510"/>
          </a:xfrm>
          <a:prstGeom prst="rect">
            <a:avLst/>
          </a:prstGeom>
          <a:ln>
            <a:solidFill>
              <a:srgbClr val="D9DEEA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2651760" y="2200982"/>
            <a:ext cx="173736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Nirmala UI"/>
              </a:rPr>
              <a:t>Working prototype: drought map, Oct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ready is the solution, and what will it take to implement it on the ground?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BD9B5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BD9B5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Google Earth Engine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+ web map app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Data: 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CHIRPS, MODIS, Sentinel-1/2, WorldCover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Next: drone survey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of flagged villages</a:t>
            </a:r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Data: ₹0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(free NASA, ESA and CHC data)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Server: ~₹5,000 / month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for a whole state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About ₹1-2 per village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 per year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District pilot: under ₹1 lakh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, mostly field checks</a:t>
            </a:r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 months: 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district pilot on the 2026 drought vs panchanamas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 months: 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drone surveys of flagged villages; Marathi app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1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12 months: </a:t>
            </a: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statewide, with land-record farm boundaries</a:t>
            </a:r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 to approach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Relief &amp; Rehabilitation Department, GoM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Agriculture Department (taluka agriculture officers)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MRSAC, Nagpur (state remote sensing centre)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District collectors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IIIT Nagpur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6552" y="16276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32" name="Demo link"/>
          <p:cNvSpPr txBox="1"/>
          <p:nvPr/>
        </p:nvSpPr>
        <p:spPr>
          <a:xfrm>
            <a:off x="4846320" y="1170432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>
                <a:solidFill>
                  <a:srgbClr val="1B2A5C"/>
                </a:solidFill>
                <a:latin typeface="Nirmala UI"/>
              </a:rPr>
              <a:t>Live prototype: </a:t>
            </a:r>
            <a:r>
              <a:rPr sz="1150" b="1">
                <a:solidFill>
                  <a:srgbClr val="F28C28"/>
                </a:solidFill>
                <a:latin typeface="Nirmala UI"/>
                <a:hlinkClick r:id="rId3"/>
              </a:rPr>
              <a:t>pik-drishti.onrender.com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change will your solution create, and how can it grow beyond the first location?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9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48,926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Villages covered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every village of Maharashtra, every season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7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Weeks → mins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first screening vs a 1.5-2 month field survey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2900" b="1" dirty="0" i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33 lakh+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b="1" dirty="0" i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Farmer livelihoods supported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farmers in one 2025 relief round alone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Relief and re-sowing come sooner for small farmers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Fewer farms missed; officials verify the worst first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Source-cited evidence reduces disputes</a:t>
            </a:r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Runs on free satellite data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Low server cost fits a department budget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Can be hosted by MRSAC; open-source code</a:t>
            </a:r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Any state: the drought manual is national and the data global</a:t>
            </a:r>
            <a:endParaRPr lang="en-US" sz="1000" dirty="0"/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Only needs that state's village boundaries</a:t>
            </a:r>
          </a:p>
          <a:p>
            <a:pPr marL="118872" indent="-118872">
              <a:spcAft>
                <a:spcPts val="300"/>
              </a:spcAft>
              <a:buChar char="•"/>
            </a:pPr>
            <a:r>
              <a:rPr lang="en-US" sz="105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Next: drone surveys for plot-level detail; rabi drought, hail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6B7280"/>
                </a:solidFill>
                <a:latin typeface="Nirmala UI"/>
              </a:rPr>
              <a:t>Sources: Govt of Maharashtra relief aid of ₹3,258 cr for 33.65 lakh farmers, Oct 2025 (The Hitavada); village count from Census 2001 boundaries (DataMeet). Server cost is an estimate.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behind the idea, and what help do you need from the Challenge?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Sujal Chondekar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Developer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B.Tech CSE, IIIT Nagpur · satellite analysis, web app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3464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834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200" dirty="0" i="0" b="1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SH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50" b="1" dirty="0" i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Dr. Swati Hira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Faculty mentor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Assistant Professor, CSE, IIIT Nagpur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i="0" dirty="0" b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Indian Institute of Information Technology, Nagpur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Mentorship &amp; technical guidance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 with a government department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Funding / grant support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Incubation &amp; workspace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Testing, certification or IP support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i="0" dirty="0" b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district pilot with the Relief &amp; Rehabilitation and Agriculture Departments would let us test the village list against panchanamas and make it the first step of every drought and crop-loss assessment.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2971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Thank you  |  sujalchondhekar@gmail.com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Live demo: </a:t>
            </a:r>
            <a:r>
              <a:rPr lang="en-US" sz="1150" b="1" dirty="0" i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  <a:hlinkClick r:id="rId3"/>
              </a:rPr>
              <a:t>pik-drishti.onrender.com</a:t>
            </a:r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  <p:sp>
        <p:nvSpPr>
          <p:cNvPr id="46" name="TextBox 45"/>
          <p:cNvSpPr txBox="1"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Nirmala UI"/>
              </a:rPr>
              <a:t>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28C28"/>
      </a:hlink>
      <a:folHlink>
        <a:srgbClr val="F28C2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