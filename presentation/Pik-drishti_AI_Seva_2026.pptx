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pik-drishti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pik-drishti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pik-drishti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AGRICULTURE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Village-level satellite evidence for drought declaration and crop-loss panchanama, following the Government of India drought manual. For revenue and agriculture departments.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Farmer income protection, market access and digital crop-loss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All 365 talukas in ~1 min; every village of a taluka in ~2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Trigger-1 matches the official 2026 list in Jalgaon (15/15)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pik-drishti.onrender.com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After floods or unseasonal rain, every damaged farm is inspected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by hand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(panchanama) before relief or insurance is paid. With lakhs of farms hit at once this takes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farmers must leave the ruined crop standing as proof.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Small and marginal farmers across Maharashtra. In 2025,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29 of 36 districts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253 talukas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were hit, Marathwada the worst. 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Also the talathis and agriculture assistants who must survey every field, and the officials who approve relief.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60–68 lakh ha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crops damaged, Jun–Sep 2025;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₹31,628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relief (State Govt)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Banana storms, 2026: survey ordered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~3 weeks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late, 1.5–2 months to reach Solapur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State itself proposed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using satellites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to assess damage (PTI)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is manual, field by field, and depends on the surveyor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help but go district by district and cost more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YES-TECH / CROPIC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estimate season-end yield for insurance, not each farm's damage right after an event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 lakh+ ha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crops damaged by rain and floods in Maharashtra, June–Sept 2025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Until the survey is done, relief, crop loans and re-sowing all wait, and ₹31,628 crore of aid rests on manual field checks.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Govt of Maharashtra relief package, 7 Oct 2025 (Scroll, The Week); Rural Voice, 27 Jun 2026; PTI via Outlook India, Jan 2024; MoA&amp;FW YES-TECH (2023).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turns free satellite data into village-level evidence: which talukas meet the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drought manual's triggers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which villages lost crops to floods, ranked for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taluka, or village boundaries, plus a season or the date of a flood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Reads rainfall, radar and crop greenness; applies the drought manual's rules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 map, ranked verification list, PDF, CSV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Staff visits to every village; drones extra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Weeks to 2 months per district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talukas ~1 min; a taluka's villages ~2 min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Limited by field staff; farms get missed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48,926 villages, every season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Paper forms, manual compiling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ready PDF and KML; no GIS skills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Follows the Government of India drought manual step by step and shows the evidence for every village. Its Trigger-1 already matches the official 2026 list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Jalgaon (15/15)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Buldhana (13/13)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00" dirty="0"/>
          </a:p>
        </p:txBody>
      </p:sp>
      <p:pic>
        <p:nvPicPr>
          <p:cNvPr id="31" name="Picture 30" descr="app_drou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drought map,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satellite processing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Python + React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web app with maps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CHIRPS, MODIS, Sentinel-1, Sentinel-2,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flagged villages, reusing our Van-drishti drone pipeline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NASA, ESA and CHC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 whole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₹1-2 per village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per year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field checks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in one district on the kharif 2026 drought; compare with panchanamas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 over flagged villages for plot-level damage; Marathi interface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statewide, with farm boundaries from land records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&amp; Rehabilitation Department, GoM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Agriculture Department (taluka agriculture officers)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collectors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pik-drishti.onrender.com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48,926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Villages covered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village of Maharashtra, every season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first screening vs a 1.5-2 month field survey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33 lakh+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 livelihoods supported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farmers in one 2025 relief round alone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and re-sowing come sooner for small farmers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Fewer farms missed; officials verify the worst first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Source-cited evidence reduces disputes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 department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state: the drought manual is national and the data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Only needs that state's village boundaries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surveys for plot-level detail; rabi drought, hail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Govt of Maharashtra relief aid of ₹3,258 cr for 33.65 lakh farmers, Oct 2025 (The Hitavada); village count from Census 2001 boundaries (DataMeet).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district pilot with the Relief &amp; Rehabilitation and Agriculture Departments would let us test the village list against panchanamas and make it the first step of every drought and crop-loss assessment.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pik-drishti.onrender.com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